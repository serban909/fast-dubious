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C93D2-759B-4B04-A5B8-9777524E2E2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766BAC-037B-4C1D-A1F1-746794B11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39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66BAC-037B-4C1D-A1F1-746794B118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54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73C3-E445-C32E-A822-2DFE3B2A9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F8A5B8-98D0-B51D-96CF-D6066E44A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5A088-951B-5943-5FDF-138E8E3EA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D4233-8577-D0B3-48BD-BFEA26504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299F4-5698-94BC-CC4C-A6A743E8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39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70AD-5582-E56A-FF5C-0C0D9ABD5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0942F-03CE-4EE2-FB65-4D82B9E35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60554-6B19-A02B-6779-997EF435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ADC99-81C1-F860-730A-37F1855A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DC98B-E696-89CD-F284-1220B332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40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F0D4F-096D-6909-8822-DEF5772B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0516E-B9F4-873B-E79D-86A51658E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49D9C-B061-86B5-7CEF-FAEB74E63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6CD23-3BB9-A51B-4FCE-E1665D139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C72F9-80D1-7CEE-8755-B5554C02F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09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A418-3D41-6FF6-6239-AC5D14A6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CD9DB-ADD5-1A53-2F90-E2037E202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56BD5-117B-930A-D89D-152C27CD1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8F825-47AB-FB56-1FA5-C8D429DE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40C9D-7EBF-3600-CF72-70EF9C7B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ACF6F-F9A7-1549-4410-6782C3CD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4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E2853-D4A7-016B-A091-1B00784E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207F1-0976-D5BC-D60A-D62E4C23D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8FDD7-7D23-C1A4-8BC5-A10C921A3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E9AF2-547E-6A47-C261-526CB05ADA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F6A2B1-F13E-AB9E-27BB-DA59587E5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808198-583E-BF2A-224A-AF41B2FC7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F09CC7-79B9-63F6-D45D-D1E772B2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462F3C-2DEC-EE65-5200-A6873664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6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6AE0-E455-3F43-9BE8-029A5EE0A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31BF74-02A6-5BC0-DD86-40FA911E8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74BEB-9B5D-620F-BFD7-07289E069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F5605-08EB-37CB-D142-0F63BF19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3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0F9D37-7D9C-E6B6-BE97-2E12E9AE1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B626EF-EB42-B84A-624D-F54B63016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195C5-4B65-BF9F-8240-81753F2D7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6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78BC-2CC5-3AD8-89EB-61E4D7311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D27D7-47E0-2072-1D0E-97225FDC9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E287F-0A8F-5677-ED79-BD01CB8FD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368AE-DCD7-81B3-8D6C-1F09CD06D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C87D8-D53C-B57D-E5E6-2BDE3B98A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DD3FA-9237-050B-960A-685B1879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77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06962-7C8C-3CE1-9540-BD77A4353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92C7B-5C0A-3EF4-10FF-9FA47B2F7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A52FA-E744-2B8F-C0E6-19546CC04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9543C-48BD-FEE5-D3F0-510FBA8C9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5FEC-F34E-F549-EB33-817279DE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4192B-8B69-B95D-F4DB-36C89340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57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FE090-9FDB-1B9A-30E5-9F1A6404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4BE72-103A-164B-8E70-0268B1878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CBB8D-88B0-B38C-95CF-807877D72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D033F-E282-D43D-B5F7-91737C325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81C1B-E2F6-3F27-247C-03760923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52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687F30-447C-B849-0CF0-6C37989FE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ABD3F-D1D9-D68F-3460-AC35E0E40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9C312-D643-B3C7-1B4C-9F38F8974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F452C-B7DA-4D2C-B92C-99FDEBDC740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AEF2E-A1BB-E4BA-E101-36EFF8CD6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9F752-E800-DEB7-78D0-3CDACD6B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342F03-A9BB-B3E7-75C1-729FF3B3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028F8-091A-B1D7-CCE0-90841802A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972D6-9C78-F814-4D77-5E15661CB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F452C-B7DA-4D2C-B92C-99FDEBDC740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289D9-30FA-EF78-F279-540B92DEAA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97C65-B0FB-0F42-0CBF-70C404D692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B533A-8B53-445D-AB20-9083BCF6E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2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10CB-4B9B-9D5F-5BE5-E766D7E113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E1E896-FFD4-997D-E3F2-F36405732A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DECFF-1DF9-2A4E-8117-E39A58B3E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261" y="456785"/>
            <a:ext cx="2705478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4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8BE4F-3A02-DE92-5537-D82C5658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488F84-98B3-53B3-EAEE-0A56C1C9A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0414" y="1825625"/>
            <a:ext cx="19911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688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9B169-FA08-1425-2EA8-7195E3B18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697B7-2467-DF94-EC02-7B204BC67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322B7-F17F-90E9-36CA-F8D8D4B64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840" y="542522"/>
            <a:ext cx="2648320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847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C5CC-0D81-EB46-04CC-6F4F7C39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E4860-552A-31B7-EB4C-BFF8D00B7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89C7C-E6E0-74B6-5C37-BD0EDDA6A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840" y="504417"/>
            <a:ext cx="2648320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22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BB678C3-754A-9635-B2EB-9DC4FA1B3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232" y="4092094"/>
            <a:ext cx="3505661" cy="2355427"/>
          </a:xfrm>
          <a:prstGeom prst="rect">
            <a:avLst/>
          </a:prstGeom>
        </p:spPr>
      </p:pic>
      <p:sp>
        <p:nvSpPr>
          <p:cNvPr id="9" name="Arrow: Bent 8">
            <a:extLst>
              <a:ext uri="{FF2B5EF4-FFF2-40B4-BE49-F238E27FC236}">
                <a16:creationId xmlns:a16="http://schemas.microsoft.com/office/drawing/2014/main" id="{20A57EAB-2285-B0FE-6628-19A7C402264D}"/>
              </a:ext>
            </a:extLst>
          </p:cNvPr>
          <p:cNvSpPr/>
          <p:nvPr/>
        </p:nvSpPr>
        <p:spPr>
          <a:xfrm rot="4222320">
            <a:off x="3610473" y="3703942"/>
            <a:ext cx="1966452" cy="2320413"/>
          </a:xfrm>
          <a:prstGeom prst="ben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CF3E09-2789-8B5D-25D6-0017B27B2786}"/>
              </a:ext>
            </a:extLst>
          </p:cNvPr>
          <p:cNvSpPr/>
          <p:nvPr/>
        </p:nvSpPr>
        <p:spPr>
          <a:xfrm>
            <a:off x="8531715" y="1040990"/>
            <a:ext cx="3224980" cy="430652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FRONTEND (FLUTTER)</a:t>
            </a:r>
          </a:p>
        </p:txBody>
      </p:sp>
      <p:sp>
        <p:nvSpPr>
          <p:cNvPr id="3" name="Flowchart: Magnetic Disk 2">
            <a:extLst>
              <a:ext uri="{FF2B5EF4-FFF2-40B4-BE49-F238E27FC236}">
                <a16:creationId xmlns:a16="http://schemas.microsoft.com/office/drawing/2014/main" id="{7D096FCF-1BD8-BB5E-84CC-9F6306127564}"/>
              </a:ext>
            </a:extLst>
          </p:cNvPr>
          <p:cNvSpPr/>
          <p:nvPr/>
        </p:nvSpPr>
        <p:spPr>
          <a:xfrm>
            <a:off x="4998856" y="1185009"/>
            <a:ext cx="1779639" cy="2320413"/>
          </a:xfrm>
          <a:prstGeom prst="flowChartMagneticDisk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FIREBASE</a:t>
            </a:r>
          </a:p>
          <a:p>
            <a:pPr algn="ctr"/>
            <a:r>
              <a:rPr lang="en-US" dirty="0"/>
              <a:t>DB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B1409850-49CD-918F-FCB3-A78E708BE93B}"/>
              </a:ext>
            </a:extLst>
          </p:cNvPr>
          <p:cNvSpPr/>
          <p:nvPr/>
        </p:nvSpPr>
        <p:spPr>
          <a:xfrm>
            <a:off x="0" y="2979174"/>
            <a:ext cx="3687097" cy="3254478"/>
          </a:xfrm>
          <a:prstGeom prst="pent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FIREBASE CLOUD FUNCTIONS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36C8142A-686E-3F51-F4C2-FAB1EB54E9E9}"/>
              </a:ext>
            </a:extLst>
          </p:cNvPr>
          <p:cNvSpPr/>
          <p:nvPr/>
        </p:nvSpPr>
        <p:spPr>
          <a:xfrm>
            <a:off x="5181599" y="159886"/>
            <a:ext cx="2684207" cy="1238864"/>
          </a:xfrm>
          <a:prstGeom prst="wedgeRect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Auth, data</a:t>
            </a:r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328587D6-B1E1-8B43-5346-E27FC6B0E10C}"/>
              </a:ext>
            </a:extLst>
          </p:cNvPr>
          <p:cNvSpPr/>
          <p:nvPr/>
        </p:nvSpPr>
        <p:spPr>
          <a:xfrm>
            <a:off x="759770" y="1185010"/>
            <a:ext cx="3292420" cy="2573954"/>
          </a:xfrm>
          <a:prstGeom prst="cloudCallou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O </a:t>
            </a:r>
            <a:r>
              <a:rPr lang="en-US" b="1" i="1" dirty="0" err="1"/>
              <a:t>bozmeg</a:t>
            </a:r>
            <a:r>
              <a:rPr lang="en-US" b="1" i="1" dirty="0"/>
              <a:t> </a:t>
            </a:r>
            <a:r>
              <a:rPr lang="en-US" b="1" i="1" dirty="0" err="1"/>
              <a:t>rendorsheg</a:t>
            </a:r>
            <a:r>
              <a:rPr lang="en-US" b="1" i="1" dirty="0"/>
              <a:t>!</a:t>
            </a:r>
          </a:p>
          <a:p>
            <a:pPr algn="ctr"/>
            <a:r>
              <a:rPr lang="en-US" dirty="0"/>
              <a:t>(*speech </a:t>
            </a:r>
            <a:r>
              <a:rPr lang="en-US" dirty="0" err="1"/>
              <a:t>recog</a:t>
            </a:r>
            <a:r>
              <a:rPr lang="en-US" dirty="0"/>
              <a:t> supports a variety of languages)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4405E5-EDD5-D667-35C9-87A90FD0D88A}"/>
              </a:ext>
            </a:extLst>
          </p:cNvPr>
          <p:cNvCxnSpPr/>
          <p:nvPr/>
        </p:nvCxnSpPr>
        <p:spPr>
          <a:xfrm>
            <a:off x="6695768" y="5112774"/>
            <a:ext cx="2340077" cy="884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3C336EA-1C96-6426-0C49-E19AF7002A95}"/>
              </a:ext>
            </a:extLst>
          </p:cNvPr>
          <p:cNvSpPr txBox="1"/>
          <p:nvPr/>
        </p:nvSpPr>
        <p:spPr>
          <a:xfrm>
            <a:off x="9035845" y="5997677"/>
            <a:ext cx="2005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 insurance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F95794-6CD1-D69F-D526-D320778413E4}"/>
              </a:ext>
            </a:extLst>
          </p:cNvPr>
          <p:cNvCxnSpPr/>
          <p:nvPr/>
        </p:nvCxnSpPr>
        <p:spPr>
          <a:xfrm flipH="1" flipV="1">
            <a:off x="6587613" y="2851355"/>
            <a:ext cx="2251587" cy="654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A22493E4-9696-C975-3AC3-19968D5B8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845" y="813973"/>
            <a:ext cx="2173157" cy="2173157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E8D03A-2118-3B15-FE92-4D8891CBBABC}"/>
              </a:ext>
            </a:extLst>
          </p:cNvPr>
          <p:cNvCxnSpPr/>
          <p:nvPr/>
        </p:nvCxnSpPr>
        <p:spPr>
          <a:xfrm flipH="1">
            <a:off x="3195484" y="2851355"/>
            <a:ext cx="1986115" cy="1347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486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</Words>
  <Application>Microsoft Office PowerPoint</Application>
  <PresentationFormat>Widescreen</PresentationFormat>
  <Paragraphs>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Razvan Gold</dc:creator>
  <cp:lastModifiedBy>Razvan Gold</cp:lastModifiedBy>
  <cp:revision>4</cp:revision>
  <dcterms:created xsi:type="dcterms:W3CDTF">2025-10-13T17:31:42Z</dcterms:created>
  <dcterms:modified xsi:type="dcterms:W3CDTF">2025-10-20T16:41:37Z</dcterms:modified>
</cp:coreProperties>
</file>