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673C3-E445-C32E-A822-2DFE3B2A9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F8A5B8-98D0-B51D-96CF-D6066E44A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5A088-951B-5943-5FDF-138E8E3EA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F452C-B7DA-4D2C-B92C-99FDEBDC7403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D4233-8577-D0B3-48BD-BFEA26504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E299F4-5698-94BC-CC4C-A6A743E86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533A-8B53-445D-AB20-9083BCF6E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639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370AD-5582-E56A-FF5C-0C0D9ABD5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0942F-03CE-4EE2-FB65-4D82B9E35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60554-6B19-A02B-6779-997EF4351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F452C-B7DA-4D2C-B92C-99FDEBDC7403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ADC99-81C1-F860-730A-37F1855A7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DC98B-E696-89CD-F284-1220B332C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533A-8B53-445D-AB20-9083BCF6E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240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F0D4F-096D-6909-8822-DEF5772B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B0516E-B9F4-873B-E79D-86A51658E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49D9C-B061-86B5-7CEF-FAEB74E63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F452C-B7DA-4D2C-B92C-99FDEBDC7403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6CD23-3BB9-A51B-4FCE-E1665D139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C72F9-80D1-7CEE-8755-B5554C02F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533A-8B53-445D-AB20-9083BCF6E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009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0A418-3D41-6FF6-6239-AC5D14A6B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CD9DB-ADD5-1A53-2F90-E2037E202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056BD5-117B-930A-D89D-152C27CD1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48F825-47AB-FB56-1FA5-C8D429DE4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F452C-B7DA-4D2C-B92C-99FDEBDC7403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E40C9D-7EBF-3600-CF72-70EF9C7BF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AACF6F-F9A7-1549-4410-6782C3CD1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533A-8B53-445D-AB20-9083BCF6E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441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E2853-D4A7-016B-A091-1B00784E3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0207F1-0976-D5BC-D60A-D62E4C23D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88FDD7-7D23-C1A4-8BC5-A10C921A3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E9AF2-547E-6A47-C261-526CB05ADA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F6A2B1-F13E-AB9E-27BB-DA59587E54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808198-583E-BF2A-224A-AF41B2FC7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F452C-B7DA-4D2C-B92C-99FDEBDC7403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F09CC7-79B9-63F6-D45D-D1E772B26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462F3C-2DEC-EE65-5200-A6873664F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533A-8B53-445D-AB20-9083BCF6E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866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A6AE0-E455-3F43-9BE8-029A5EE0A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31BF74-02A6-5BC0-DD86-40FA911E8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F452C-B7DA-4D2C-B92C-99FDEBDC7403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974BEB-9B5D-620F-BFD7-07289E069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EF5605-08EB-37CB-D142-0F63BF191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533A-8B53-445D-AB20-9083BCF6E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434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0F9D37-7D9C-E6B6-BE97-2E12E9AE1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F452C-B7DA-4D2C-B92C-99FDEBDC7403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B626EF-EB42-B84A-624D-F54B63016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195C5-4B65-BF9F-8240-81753F2D7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533A-8B53-445D-AB20-9083BCF6E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60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078BC-2CC5-3AD8-89EB-61E4D7311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D27D7-47E0-2072-1D0E-97225FDC9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EE287F-0A8F-5677-ED79-BD01CB8FD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1368AE-DCD7-81B3-8D6C-1F09CD06D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F452C-B7DA-4D2C-B92C-99FDEBDC7403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2C87D8-D53C-B57D-E5E6-2BDE3B98A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DD3FA-9237-050B-960A-685B18795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533A-8B53-445D-AB20-9083BCF6E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877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06962-7C8C-3CE1-9540-BD77A4353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D92C7B-5C0A-3EF4-10FF-9FA47B2F70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FA52FA-E744-2B8F-C0E6-19546CC04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B9543C-48BD-FEE5-D3F0-510FBA8C9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F452C-B7DA-4D2C-B92C-99FDEBDC7403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A75FEC-F34E-F549-EB33-817279DE4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74192B-8B69-B95D-F4DB-36C893402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533A-8B53-445D-AB20-9083BCF6E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578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FE090-9FDB-1B9A-30E5-9F1A64042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B4BE72-103A-164B-8E70-0268B18786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CBB8D-88B0-B38C-95CF-807877D72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F452C-B7DA-4D2C-B92C-99FDEBDC7403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D033F-E282-D43D-B5F7-91737C325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81C1B-E2F6-3F27-247C-03760923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533A-8B53-445D-AB20-9083BCF6E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952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687F30-447C-B849-0CF0-6C37989FEE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DABD3F-D1D9-D68F-3460-AC35E0E406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9C312-D643-B3C7-1B4C-9F38F8974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F452C-B7DA-4D2C-B92C-99FDEBDC7403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AEF2E-A1BB-E4BA-E101-36EFF8CD6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9F752-E800-DEB7-78D0-3CDACD6B3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533A-8B53-445D-AB20-9083BCF6E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8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342F03-A9BB-B3E7-75C1-729FF3B31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B028F8-091A-B1D7-CCE0-90841802A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972D6-9C78-F814-4D77-5E15661CBB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5F452C-B7DA-4D2C-B92C-99FDEBDC7403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289D9-30FA-EF78-F279-540B92DEAA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97C65-B0FB-0F42-0CBF-70C404D692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B533A-8B53-445D-AB20-9083BCF6E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427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810CB-4B9B-9D5F-5BE5-E766D7E113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E1E896-FFD4-997D-E3F2-F36405732A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5DECFF-1DF9-2A4E-8117-E39A58B3E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261" y="456785"/>
            <a:ext cx="2705478" cy="594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941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8BE4F-3A02-DE92-5537-D82C56587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488F84-98B3-53B3-EAEE-0A56C1C9AC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00414" y="1825625"/>
            <a:ext cx="199117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688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9B169-FA08-1425-2EA8-7195E3B18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697B7-2467-DF94-EC02-7B204BC67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5322B7-F17F-90E9-36CA-F8D8D4B64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840" y="542522"/>
            <a:ext cx="2648320" cy="577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847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AC5CC-0D81-EB46-04CC-6F4F7C393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E4860-552A-31B7-EB4C-BFF8D00B7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289C7C-E6E0-74B6-5C37-BD0EDDA6A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840" y="504417"/>
            <a:ext cx="2648320" cy="584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221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Razvan Gold</dc:creator>
  <cp:lastModifiedBy>Razvan Gold</cp:lastModifiedBy>
  <cp:revision>1</cp:revision>
  <dcterms:created xsi:type="dcterms:W3CDTF">2025-10-13T17:31:42Z</dcterms:created>
  <dcterms:modified xsi:type="dcterms:W3CDTF">2025-10-13T17:33:15Z</dcterms:modified>
</cp:coreProperties>
</file>